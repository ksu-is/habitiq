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DD0F16B-63A8-D9BB-6A88-26801EB78958}" v="161" dt="2025-11-30T14:19:25.92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rdan Dorsey" userId="S::jdorse43@students.kennesaw.edu::7b1f1431-f210-4603-a0d1-614a239a12cb" providerId="AD" clId="Web-{3DD0F16B-63A8-D9BB-6A88-26801EB78958}"/>
    <pc:docChg chg="mod addSld delSld modSld addMainMaster delMainMaster">
      <pc:chgData name="Jordan Dorsey" userId="S::jdorse43@students.kennesaw.edu::7b1f1431-f210-4603-a0d1-614a239a12cb" providerId="AD" clId="Web-{3DD0F16B-63A8-D9BB-6A88-26801EB78958}" dt="2025-11-30T14:19:25.927" v="134" actId="1076"/>
      <pc:docMkLst>
        <pc:docMk/>
      </pc:docMkLst>
      <pc:sldChg chg="addSp delSp modSp mod modClrScheme chgLayout">
        <pc:chgData name="Jordan Dorsey" userId="S::jdorse43@students.kennesaw.edu::7b1f1431-f210-4603-a0d1-614a239a12cb" providerId="AD" clId="Web-{3DD0F16B-63A8-D9BB-6A88-26801EB78958}" dt="2025-11-30T14:19:25.927" v="134" actId="1076"/>
        <pc:sldMkLst>
          <pc:docMk/>
          <pc:sldMk cId="109857222" sldId="256"/>
        </pc:sldMkLst>
        <pc:spChg chg="mod ord">
          <ac:chgData name="Jordan Dorsey" userId="S::jdorse43@students.kennesaw.edu::7b1f1431-f210-4603-a0d1-614a239a12cb" providerId="AD" clId="Web-{3DD0F16B-63A8-D9BB-6A88-26801EB78958}" dt="2025-11-30T14:18:56.005" v="130" actId="1076"/>
          <ac:spMkLst>
            <pc:docMk/>
            <pc:sldMk cId="109857222" sldId="256"/>
            <ac:spMk id="2" creationId="{00000000-0000-0000-0000-000000000000}"/>
          </ac:spMkLst>
        </pc:spChg>
        <pc:spChg chg="mod ord">
          <ac:chgData name="Jordan Dorsey" userId="S::jdorse43@students.kennesaw.edu::7b1f1431-f210-4603-a0d1-614a239a12cb" providerId="AD" clId="Web-{3DD0F16B-63A8-D9BB-6A88-26801EB78958}" dt="2025-11-30T14:19:02.349" v="131" actId="1076"/>
          <ac:spMkLst>
            <pc:docMk/>
            <pc:sldMk cId="109857222" sldId="256"/>
            <ac:spMk id="3" creationId="{00000000-0000-0000-0000-000000000000}"/>
          </ac:spMkLst>
        </pc:spChg>
        <pc:spChg chg="add del">
          <ac:chgData name="Jordan Dorsey" userId="S::jdorse43@students.kennesaw.edu::7b1f1431-f210-4603-a0d1-614a239a12cb" providerId="AD" clId="Web-{3DD0F16B-63A8-D9BB-6A88-26801EB78958}" dt="2025-11-30T13:46:20.187" v="56"/>
          <ac:spMkLst>
            <pc:docMk/>
            <pc:sldMk cId="109857222" sldId="256"/>
            <ac:spMk id="4" creationId="{951C5124-A214-4CD6-597B-BF7E0BF5AAC3}"/>
          </ac:spMkLst>
        </pc:spChg>
        <pc:spChg chg="add mod">
          <ac:chgData name="Jordan Dorsey" userId="S::jdorse43@students.kennesaw.edu::7b1f1431-f210-4603-a0d1-614a239a12cb" providerId="AD" clId="Web-{3DD0F16B-63A8-D9BB-6A88-26801EB78958}" dt="2025-11-30T14:19:25.927" v="134" actId="1076"/>
          <ac:spMkLst>
            <pc:docMk/>
            <pc:sldMk cId="109857222" sldId="256"/>
            <ac:spMk id="5" creationId="{624C2E3B-5049-41D5-BBBA-F4F384FB6D1C}"/>
          </ac:spMkLst>
        </pc:spChg>
        <pc:spChg chg="add del mod ord">
          <ac:chgData name="Jordan Dorsey" userId="S::jdorse43@students.kennesaw.edu::7b1f1431-f210-4603-a0d1-614a239a12cb" providerId="AD" clId="Web-{3DD0F16B-63A8-D9BB-6A88-26801EB78958}" dt="2025-11-30T14:14:36.861" v="110"/>
          <ac:spMkLst>
            <pc:docMk/>
            <pc:sldMk cId="109857222" sldId="256"/>
            <ac:spMk id="6" creationId="{56D4F75C-D444-5A81-1566-AC89FC515F2B}"/>
          </ac:spMkLst>
        </pc:spChg>
        <pc:picChg chg="add mod">
          <ac:chgData name="Jordan Dorsey" userId="S::jdorse43@students.kennesaw.edu::7b1f1431-f210-4603-a0d1-614a239a12cb" providerId="AD" clId="Web-{3DD0F16B-63A8-D9BB-6A88-26801EB78958}" dt="2025-11-30T14:17:37.551" v="120" actId="1076"/>
          <ac:picMkLst>
            <pc:docMk/>
            <pc:sldMk cId="109857222" sldId="256"/>
            <ac:picMk id="4" creationId="{86E67D3B-AE87-7D85-5BEE-4C5FE0661724}"/>
          </ac:picMkLst>
        </pc:picChg>
      </pc:sldChg>
      <pc:sldChg chg="new del">
        <pc:chgData name="Jordan Dorsey" userId="S::jdorse43@students.kennesaw.edu::7b1f1431-f210-4603-a0d1-614a239a12cb" providerId="AD" clId="Web-{3DD0F16B-63A8-D9BB-6A88-26801EB78958}" dt="2025-11-30T13:37:36.662" v="10"/>
        <pc:sldMkLst>
          <pc:docMk/>
          <pc:sldMk cId="706324453" sldId="257"/>
        </pc:sldMkLst>
      </pc:sldChg>
      <pc:sldMasterChg chg="del delSldLayout">
        <pc:chgData name="Jordan Dorsey" userId="S::jdorse43@students.kennesaw.edu::7b1f1431-f210-4603-a0d1-614a239a12cb" providerId="AD" clId="Web-{3DD0F16B-63A8-D9BB-6A88-26801EB78958}" dt="2025-11-30T14:17:09.253" v="117"/>
        <pc:sldMasterMkLst>
          <pc:docMk/>
          <pc:sldMasterMk cId="2460954070" sldId="2147483660"/>
        </pc:sldMasterMkLst>
        <pc:sldLayoutChg chg="del">
          <pc:chgData name="Jordan Dorsey" userId="S::jdorse43@students.kennesaw.edu::7b1f1431-f210-4603-a0d1-614a239a12cb" providerId="AD" clId="Web-{3DD0F16B-63A8-D9BB-6A88-26801EB78958}" dt="2025-11-30T14:17:09.253" v="117"/>
          <pc:sldLayoutMkLst>
            <pc:docMk/>
            <pc:sldMasterMk cId="2460954070" sldId="2147483660"/>
            <pc:sldLayoutMk cId="2385387890" sldId="2147483661"/>
          </pc:sldLayoutMkLst>
        </pc:sldLayoutChg>
        <pc:sldLayoutChg chg="del">
          <pc:chgData name="Jordan Dorsey" userId="S::jdorse43@students.kennesaw.edu::7b1f1431-f210-4603-a0d1-614a239a12cb" providerId="AD" clId="Web-{3DD0F16B-63A8-D9BB-6A88-26801EB78958}" dt="2025-11-30T14:17:09.253" v="117"/>
          <pc:sldLayoutMkLst>
            <pc:docMk/>
            <pc:sldMasterMk cId="2460954070" sldId="2147483660"/>
            <pc:sldLayoutMk cId="949138452" sldId="2147483662"/>
          </pc:sldLayoutMkLst>
        </pc:sldLayoutChg>
        <pc:sldLayoutChg chg="del">
          <pc:chgData name="Jordan Dorsey" userId="S::jdorse43@students.kennesaw.edu::7b1f1431-f210-4603-a0d1-614a239a12cb" providerId="AD" clId="Web-{3DD0F16B-63A8-D9BB-6A88-26801EB78958}" dt="2025-11-30T14:17:09.253" v="117"/>
          <pc:sldLayoutMkLst>
            <pc:docMk/>
            <pc:sldMasterMk cId="2460954070" sldId="2147483660"/>
            <pc:sldLayoutMk cId="2591524520" sldId="2147483663"/>
          </pc:sldLayoutMkLst>
        </pc:sldLayoutChg>
        <pc:sldLayoutChg chg="del">
          <pc:chgData name="Jordan Dorsey" userId="S::jdorse43@students.kennesaw.edu::7b1f1431-f210-4603-a0d1-614a239a12cb" providerId="AD" clId="Web-{3DD0F16B-63A8-D9BB-6A88-26801EB78958}" dt="2025-11-30T14:17:09.253" v="117"/>
          <pc:sldLayoutMkLst>
            <pc:docMk/>
            <pc:sldMasterMk cId="2460954070" sldId="2147483660"/>
            <pc:sldLayoutMk cId="1203092039" sldId="2147483664"/>
          </pc:sldLayoutMkLst>
        </pc:sldLayoutChg>
        <pc:sldLayoutChg chg="del">
          <pc:chgData name="Jordan Dorsey" userId="S::jdorse43@students.kennesaw.edu::7b1f1431-f210-4603-a0d1-614a239a12cb" providerId="AD" clId="Web-{3DD0F16B-63A8-D9BB-6A88-26801EB78958}" dt="2025-11-30T14:17:09.253" v="117"/>
          <pc:sldLayoutMkLst>
            <pc:docMk/>
            <pc:sldMasterMk cId="2460954070" sldId="2147483660"/>
            <pc:sldLayoutMk cId="3733172339" sldId="2147483665"/>
          </pc:sldLayoutMkLst>
        </pc:sldLayoutChg>
        <pc:sldLayoutChg chg="del">
          <pc:chgData name="Jordan Dorsey" userId="S::jdorse43@students.kennesaw.edu::7b1f1431-f210-4603-a0d1-614a239a12cb" providerId="AD" clId="Web-{3DD0F16B-63A8-D9BB-6A88-26801EB78958}" dt="2025-11-30T14:17:09.253" v="117"/>
          <pc:sldLayoutMkLst>
            <pc:docMk/>
            <pc:sldMasterMk cId="2460954070" sldId="2147483660"/>
            <pc:sldLayoutMk cId="3210312558" sldId="2147483666"/>
          </pc:sldLayoutMkLst>
        </pc:sldLayoutChg>
        <pc:sldLayoutChg chg="del">
          <pc:chgData name="Jordan Dorsey" userId="S::jdorse43@students.kennesaw.edu::7b1f1431-f210-4603-a0d1-614a239a12cb" providerId="AD" clId="Web-{3DD0F16B-63A8-D9BB-6A88-26801EB78958}" dt="2025-11-30T14:17:09.253" v="117"/>
          <pc:sldLayoutMkLst>
            <pc:docMk/>
            <pc:sldMasterMk cId="2460954070" sldId="2147483660"/>
            <pc:sldLayoutMk cId="3146388984" sldId="2147483667"/>
          </pc:sldLayoutMkLst>
        </pc:sldLayoutChg>
        <pc:sldLayoutChg chg="del">
          <pc:chgData name="Jordan Dorsey" userId="S::jdorse43@students.kennesaw.edu::7b1f1431-f210-4603-a0d1-614a239a12cb" providerId="AD" clId="Web-{3DD0F16B-63A8-D9BB-6A88-26801EB78958}" dt="2025-11-30T14:17:09.253" v="117"/>
          <pc:sldLayoutMkLst>
            <pc:docMk/>
            <pc:sldMasterMk cId="2460954070" sldId="2147483660"/>
            <pc:sldLayoutMk cId="3171841454" sldId="2147483668"/>
          </pc:sldLayoutMkLst>
        </pc:sldLayoutChg>
        <pc:sldLayoutChg chg="del">
          <pc:chgData name="Jordan Dorsey" userId="S::jdorse43@students.kennesaw.edu::7b1f1431-f210-4603-a0d1-614a239a12cb" providerId="AD" clId="Web-{3DD0F16B-63A8-D9BB-6A88-26801EB78958}" dt="2025-11-30T14:17:09.253" v="117"/>
          <pc:sldLayoutMkLst>
            <pc:docMk/>
            <pc:sldMasterMk cId="2460954070" sldId="2147483660"/>
            <pc:sldLayoutMk cId="1718958274" sldId="2147483669"/>
          </pc:sldLayoutMkLst>
        </pc:sldLayoutChg>
        <pc:sldLayoutChg chg="del">
          <pc:chgData name="Jordan Dorsey" userId="S::jdorse43@students.kennesaw.edu::7b1f1431-f210-4603-a0d1-614a239a12cb" providerId="AD" clId="Web-{3DD0F16B-63A8-D9BB-6A88-26801EB78958}" dt="2025-11-30T14:17:09.253" v="117"/>
          <pc:sldLayoutMkLst>
            <pc:docMk/>
            <pc:sldMasterMk cId="2460954070" sldId="2147483660"/>
            <pc:sldLayoutMk cId="2202905451" sldId="2147483670"/>
          </pc:sldLayoutMkLst>
        </pc:sldLayoutChg>
        <pc:sldLayoutChg chg="del">
          <pc:chgData name="Jordan Dorsey" userId="S::jdorse43@students.kennesaw.edu::7b1f1431-f210-4603-a0d1-614a239a12cb" providerId="AD" clId="Web-{3DD0F16B-63A8-D9BB-6A88-26801EB78958}" dt="2025-11-30T14:17:09.253" v="117"/>
          <pc:sldLayoutMkLst>
            <pc:docMk/>
            <pc:sldMasterMk cId="2460954070" sldId="2147483660"/>
            <pc:sldLayoutMk cId="3479445657" sldId="2147483671"/>
          </pc:sldLayoutMkLst>
        </pc:sldLayoutChg>
      </pc:sldMasterChg>
      <pc:sldMasterChg chg="add del addSldLayout delSldLayout modSldLayout">
        <pc:chgData name="Jordan Dorsey" userId="S::jdorse43@students.kennesaw.edu::7b1f1431-f210-4603-a0d1-614a239a12cb" providerId="AD" clId="Web-{3DD0F16B-63A8-D9BB-6A88-26801EB78958}" dt="2025-11-30T14:17:21.785" v="118"/>
        <pc:sldMasterMkLst>
          <pc:docMk/>
          <pc:sldMasterMk cId="1342725191" sldId="2147483672"/>
        </pc:sldMasterMkLst>
        <pc:sldLayoutChg chg="add del mod replId">
          <pc:chgData name="Jordan Dorsey" userId="S::jdorse43@students.kennesaw.edu::7b1f1431-f210-4603-a0d1-614a239a12cb" providerId="AD" clId="Web-{3DD0F16B-63A8-D9BB-6A88-26801EB78958}" dt="2025-11-30T14:17:21.785" v="118"/>
          <pc:sldLayoutMkLst>
            <pc:docMk/>
            <pc:sldMasterMk cId="1342725191" sldId="2147483672"/>
            <pc:sldLayoutMk cId="950796574" sldId="2147483673"/>
          </pc:sldLayoutMkLst>
        </pc:sldLayoutChg>
        <pc:sldLayoutChg chg="add del mod replId">
          <pc:chgData name="Jordan Dorsey" userId="S::jdorse43@students.kennesaw.edu::7b1f1431-f210-4603-a0d1-614a239a12cb" providerId="AD" clId="Web-{3DD0F16B-63A8-D9BB-6A88-26801EB78958}" dt="2025-11-30T14:17:21.785" v="118"/>
          <pc:sldLayoutMkLst>
            <pc:docMk/>
            <pc:sldMasterMk cId="1342725191" sldId="2147483672"/>
            <pc:sldLayoutMk cId="456950873" sldId="2147483674"/>
          </pc:sldLayoutMkLst>
        </pc:sldLayoutChg>
        <pc:sldLayoutChg chg="add del mod replId">
          <pc:chgData name="Jordan Dorsey" userId="S::jdorse43@students.kennesaw.edu::7b1f1431-f210-4603-a0d1-614a239a12cb" providerId="AD" clId="Web-{3DD0F16B-63A8-D9BB-6A88-26801EB78958}" dt="2025-11-30T14:17:21.785" v="118"/>
          <pc:sldLayoutMkLst>
            <pc:docMk/>
            <pc:sldMasterMk cId="1342725191" sldId="2147483672"/>
            <pc:sldLayoutMk cId="530799678" sldId="2147483675"/>
          </pc:sldLayoutMkLst>
        </pc:sldLayoutChg>
        <pc:sldLayoutChg chg="add del mod replId">
          <pc:chgData name="Jordan Dorsey" userId="S::jdorse43@students.kennesaw.edu::7b1f1431-f210-4603-a0d1-614a239a12cb" providerId="AD" clId="Web-{3DD0F16B-63A8-D9BB-6A88-26801EB78958}" dt="2025-11-30T14:17:21.785" v="118"/>
          <pc:sldLayoutMkLst>
            <pc:docMk/>
            <pc:sldMasterMk cId="1342725191" sldId="2147483672"/>
            <pc:sldLayoutMk cId="1525957534" sldId="2147483676"/>
          </pc:sldLayoutMkLst>
        </pc:sldLayoutChg>
        <pc:sldLayoutChg chg="add del mod replId">
          <pc:chgData name="Jordan Dorsey" userId="S::jdorse43@students.kennesaw.edu::7b1f1431-f210-4603-a0d1-614a239a12cb" providerId="AD" clId="Web-{3DD0F16B-63A8-D9BB-6A88-26801EB78958}" dt="2025-11-30T14:17:21.785" v="118"/>
          <pc:sldLayoutMkLst>
            <pc:docMk/>
            <pc:sldMasterMk cId="1342725191" sldId="2147483672"/>
            <pc:sldLayoutMk cId="1130319268" sldId="2147483677"/>
          </pc:sldLayoutMkLst>
        </pc:sldLayoutChg>
        <pc:sldLayoutChg chg="add del mod replId">
          <pc:chgData name="Jordan Dorsey" userId="S::jdorse43@students.kennesaw.edu::7b1f1431-f210-4603-a0d1-614a239a12cb" providerId="AD" clId="Web-{3DD0F16B-63A8-D9BB-6A88-26801EB78958}" dt="2025-11-30T14:17:21.785" v="118"/>
          <pc:sldLayoutMkLst>
            <pc:docMk/>
            <pc:sldMasterMk cId="1342725191" sldId="2147483672"/>
            <pc:sldLayoutMk cId="4241133599" sldId="2147483678"/>
          </pc:sldLayoutMkLst>
        </pc:sldLayoutChg>
        <pc:sldLayoutChg chg="add del mod replId">
          <pc:chgData name="Jordan Dorsey" userId="S::jdorse43@students.kennesaw.edu::7b1f1431-f210-4603-a0d1-614a239a12cb" providerId="AD" clId="Web-{3DD0F16B-63A8-D9BB-6A88-26801EB78958}" dt="2025-11-30T14:17:21.785" v="118"/>
          <pc:sldLayoutMkLst>
            <pc:docMk/>
            <pc:sldMasterMk cId="1342725191" sldId="2147483672"/>
            <pc:sldLayoutMk cId="189907258" sldId="2147483679"/>
          </pc:sldLayoutMkLst>
        </pc:sldLayoutChg>
        <pc:sldLayoutChg chg="add del mod replId">
          <pc:chgData name="Jordan Dorsey" userId="S::jdorse43@students.kennesaw.edu::7b1f1431-f210-4603-a0d1-614a239a12cb" providerId="AD" clId="Web-{3DD0F16B-63A8-D9BB-6A88-26801EB78958}" dt="2025-11-30T14:17:21.785" v="118"/>
          <pc:sldLayoutMkLst>
            <pc:docMk/>
            <pc:sldMasterMk cId="1342725191" sldId="2147483672"/>
            <pc:sldLayoutMk cId="3876229927" sldId="2147483680"/>
          </pc:sldLayoutMkLst>
        </pc:sldLayoutChg>
        <pc:sldLayoutChg chg="add del mod replId">
          <pc:chgData name="Jordan Dorsey" userId="S::jdorse43@students.kennesaw.edu::7b1f1431-f210-4603-a0d1-614a239a12cb" providerId="AD" clId="Web-{3DD0F16B-63A8-D9BB-6A88-26801EB78958}" dt="2025-11-30T14:17:21.785" v="118"/>
          <pc:sldLayoutMkLst>
            <pc:docMk/>
            <pc:sldMasterMk cId="1342725191" sldId="2147483672"/>
            <pc:sldLayoutMk cId="2549318977" sldId="2147483681"/>
          </pc:sldLayoutMkLst>
        </pc:sldLayoutChg>
        <pc:sldLayoutChg chg="add del mod replId">
          <pc:chgData name="Jordan Dorsey" userId="S::jdorse43@students.kennesaw.edu::7b1f1431-f210-4603-a0d1-614a239a12cb" providerId="AD" clId="Web-{3DD0F16B-63A8-D9BB-6A88-26801EB78958}" dt="2025-11-30T14:17:21.785" v="118"/>
          <pc:sldLayoutMkLst>
            <pc:docMk/>
            <pc:sldMasterMk cId="1342725191" sldId="2147483672"/>
            <pc:sldLayoutMk cId="1764559166" sldId="2147483682"/>
          </pc:sldLayoutMkLst>
        </pc:sldLayoutChg>
        <pc:sldLayoutChg chg="add del mod replId">
          <pc:chgData name="Jordan Dorsey" userId="S::jdorse43@students.kennesaw.edu::7b1f1431-f210-4603-a0d1-614a239a12cb" providerId="AD" clId="Web-{3DD0F16B-63A8-D9BB-6A88-26801EB78958}" dt="2025-11-30T14:17:21.785" v="118"/>
          <pc:sldLayoutMkLst>
            <pc:docMk/>
            <pc:sldMasterMk cId="1342725191" sldId="2147483672"/>
            <pc:sldLayoutMk cId="2728153961" sldId="2147483683"/>
          </pc:sldLayoutMkLst>
        </pc:sldLayoutChg>
      </pc:sldMasterChg>
      <pc:sldMasterChg chg="add del addSldLayout delSldLayout modSldLayout">
        <pc:chgData name="Jordan Dorsey" userId="S::jdorse43@students.kennesaw.edu::7b1f1431-f210-4603-a0d1-614a239a12cb" providerId="AD" clId="Web-{3DD0F16B-63A8-D9BB-6A88-26801EB78958}" dt="2025-11-30T14:17:53.958" v="122"/>
        <pc:sldMasterMkLst>
          <pc:docMk/>
          <pc:sldMasterMk cId="1426606357" sldId="2147483684"/>
        </pc:sldMasterMkLst>
        <pc:sldLayoutChg chg="add del mod replId">
          <pc:chgData name="Jordan Dorsey" userId="S::jdorse43@students.kennesaw.edu::7b1f1431-f210-4603-a0d1-614a239a12cb" providerId="AD" clId="Web-{3DD0F16B-63A8-D9BB-6A88-26801EB78958}" dt="2025-11-30T14:17:53.958" v="122"/>
          <pc:sldLayoutMkLst>
            <pc:docMk/>
            <pc:sldMasterMk cId="1426606357" sldId="2147483684"/>
            <pc:sldLayoutMk cId="1421406085" sldId="2147483685"/>
          </pc:sldLayoutMkLst>
        </pc:sldLayoutChg>
        <pc:sldLayoutChg chg="add del mod replId">
          <pc:chgData name="Jordan Dorsey" userId="S::jdorse43@students.kennesaw.edu::7b1f1431-f210-4603-a0d1-614a239a12cb" providerId="AD" clId="Web-{3DD0F16B-63A8-D9BB-6A88-26801EB78958}" dt="2025-11-30T14:17:53.958" v="122"/>
          <pc:sldLayoutMkLst>
            <pc:docMk/>
            <pc:sldMasterMk cId="1426606357" sldId="2147483684"/>
            <pc:sldLayoutMk cId="3195808427" sldId="2147483686"/>
          </pc:sldLayoutMkLst>
        </pc:sldLayoutChg>
        <pc:sldLayoutChg chg="add del mod replId">
          <pc:chgData name="Jordan Dorsey" userId="S::jdorse43@students.kennesaw.edu::7b1f1431-f210-4603-a0d1-614a239a12cb" providerId="AD" clId="Web-{3DD0F16B-63A8-D9BB-6A88-26801EB78958}" dt="2025-11-30T14:17:53.958" v="122"/>
          <pc:sldLayoutMkLst>
            <pc:docMk/>
            <pc:sldMasterMk cId="1426606357" sldId="2147483684"/>
            <pc:sldLayoutMk cId="3495974122" sldId="2147483687"/>
          </pc:sldLayoutMkLst>
        </pc:sldLayoutChg>
        <pc:sldLayoutChg chg="add del mod replId">
          <pc:chgData name="Jordan Dorsey" userId="S::jdorse43@students.kennesaw.edu::7b1f1431-f210-4603-a0d1-614a239a12cb" providerId="AD" clId="Web-{3DD0F16B-63A8-D9BB-6A88-26801EB78958}" dt="2025-11-30T14:17:53.958" v="122"/>
          <pc:sldLayoutMkLst>
            <pc:docMk/>
            <pc:sldMasterMk cId="1426606357" sldId="2147483684"/>
            <pc:sldLayoutMk cId="3355293683" sldId="2147483688"/>
          </pc:sldLayoutMkLst>
        </pc:sldLayoutChg>
        <pc:sldLayoutChg chg="add del mod replId">
          <pc:chgData name="Jordan Dorsey" userId="S::jdorse43@students.kennesaw.edu::7b1f1431-f210-4603-a0d1-614a239a12cb" providerId="AD" clId="Web-{3DD0F16B-63A8-D9BB-6A88-26801EB78958}" dt="2025-11-30T14:17:53.958" v="122"/>
          <pc:sldLayoutMkLst>
            <pc:docMk/>
            <pc:sldMasterMk cId="1426606357" sldId="2147483684"/>
            <pc:sldLayoutMk cId="1474951630" sldId="2147483689"/>
          </pc:sldLayoutMkLst>
        </pc:sldLayoutChg>
        <pc:sldLayoutChg chg="add del mod replId">
          <pc:chgData name="Jordan Dorsey" userId="S::jdorse43@students.kennesaw.edu::7b1f1431-f210-4603-a0d1-614a239a12cb" providerId="AD" clId="Web-{3DD0F16B-63A8-D9BB-6A88-26801EB78958}" dt="2025-11-30T14:17:53.958" v="122"/>
          <pc:sldLayoutMkLst>
            <pc:docMk/>
            <pc:sldMasterMk cId="1426606357" sldId="2147483684"/>
            <pc:sldLayoutMk cId="3672597008" sldId="2147483690"/>
          </pc:sldLayoutMkLst>
        </pc:sldLayoutChg>
        <pc:sldLayoutChg chg="add del mod replId">
          <pc:chgData name="Jordan Dorsey" userId="S::jdorse43@students.kennesaw.edu::7b1f1431-f210-4603-a0d1-614a239a12cb" providerId="AD" clId="Web-{3DD0F16B-63A8-D9BB-6A88-26801EB78958}" dt="2025-11-30T14:17:53.958" v="122"/>
          <pc:sldLayoutMkLst>
            <pc:docMk/>
            <pc:sldMasterMk cId="1426606357" sldId="2147483684"/>
            <pc:sldLayoutMk cId="623730466" sldId="2147483691"/>
          </pc:sldLayoutMkLst>
        </pc:sldLayoutChg>
        <pc:sldLayoutChg chg="add del mod replId">
          <pc:chgData name="Jordan Dorsey" userId="S::jdorse43@students.kennesaw.edu::7b1f1431-f210-4603-a0d1-614a239a12cb" providerId="AD" clId="Web-{3DD0F16B-63A8-D9BB-6A88-26801EB78958}" dt="2025-11-30T14:17:53.958" v="122"/>
          <pc:sldLayoutMkLst>
            <pc:docMk/>
            <pc:sldMasterMk cId="1426606357" sldId="2147483684"/>
            <pc:sldLayoutMk cId="2571982539" sldId="2147483692"/>
          </pc:sldLayoutMkLst>
        </pc:sldLayoutChg>
        <pc:sldLayoutChg chg="add del mod replId">
          <pc:chgData name="Jordan Dorsey" userId="S::jdorse43@students.kennesaw.edu::7b1f1431-f210-4603-a0d1-614a239a12cb" providerId="AD" clId="Web-{3DD0F16B-63A8-D9BB-6A88-26801EB78958}" dt="2025-11-30T14:17:53.958" v="122"/>
          <pc:sldLayoutMkLst>
            <pc:docMk/>
            <pc:sldMasterMk cId="1426606357" sldId="2147483684"/>
            <pc:sldLayoutMk cId="2503971209" sldId="2147483693"/>
          </pc:sldLayoutMkLst>
        </pc:sldLayoutChg>
        <pc:sldLayoutChg chg="add del mod replId">
          <pc:chgData name="Jordan Dorsey" userId="S::jdorse43@students.kennesaw.edu::7b1f1431-f210-4603-a0d1-614a239a12cb" providerId="AD" clId="Web-{3DD0F16B-63A8-D9BB-6A88-26801EB78958}" dt="2025-11-30T14:17:53.958" v="122"/>
          <pc:sldLayoutMkLst>
            <pc:docMk/>
            <pc:sldMasterMk cId="1426606357" sldId="2147483684"/>
            <pc:sldLayoutMk cId="2100351948" sldId="2147483694"/>
          </pc:sldLayoutMkLst>
        </pc:sldLayoutChg>
        <pc:sldLayoutChg chg="add del mod replId">
          <pc:chgData name="Jordan Dorsey" userId="S::jdorse43@students.kennesaw.edu::7b1f1431-f210-4603-a0d1-614a239a12cb" providerId="AD" clId="Web-{3DD0F16B-63A8-D9BB-6A88-26801EB78958}" dt="2025-11-30T14:17:53.958" v="122"/>
          <pc:sldLayoutMkLst>
            <pc:docMk/>
            <pc:sldMasterMk cId="1426606357" sldId="2147483684"/>
            <pc:sldLayoutMk cId="3321055731" sldId="2147483695"/>
          </pc:sldLayoutMkLst>
        </pc:sldLayoutChg>
      </pc:sldMasterChg>
      <pc:sldMasterChg chg="add addSldLayout modSldLayout">
        <pc:chgData name="Jordan Dorsey" userId="S::jdorse43@students.kennesaw.edu::7b1f1431-f210-4603-a0d1-614a239a12cb" providerId="AD" clId="Web-{3DD0F16B-63A8-D9BB-6A88-26801EB78958}" dt="2025-11-30T14:17:53.958" v="122"/>
        <pc:sldMasterMkLst>
          <pc:docMk/>
          <pc:sldMasterMk cId="2658987606" sldId="2147483696"/>
        </pc:sldMasterMkLst>
        <pc:sldLayoutChg chg="add mod replId">
          <pc:chgData name="Jordan Dorsey" userId="S::jdorse43@students.kennesaw.edu::7b1f1431-f210-4603-a0d1-614a239a12cb" providerId="AD" clId="Web-{3DD0F16B-63A8-D9BB-6A88-26801EB78958}" dt="2025-11-30T14:17:53.958" v="122"/>
          <pc:sldLayoutMkLst>
            <pc:docMk/>
            <pc:sldMasterMk cId="2658987606" sldId="2147483696"/>
            <pc:sldLayoutMk cId="3028335445" sldId="2147483697"/>
          </pc:sldLayoutMkLst>
        </pc:sldLayoutChg>
        <pc:sldLayoutChg chg="add mod replId">
          <pc:chgData name="Jordan Dorsey" userId="S::jdorse43@students.kennesaw.edu::7b1f1431-f210-4603-a0d1-614a239a12cb" providerId="AD" clId="Web-{3DD0F16B-63A8-D9BB-6A88-26801EB78958}" dt="2025-11-30T14:17:53.958" v="122"/>
          <pc:sldLayoutMkLst>
            <pc:docMk/>
            <pc:sldMasterMk cId="2658987606" sldId="2147483696"/>
            <pc:sldLayoutMk cId="2657721444" sldId="2147483698"/>
          </pc:sldLayoutMkLst>
        </pc:sldLayoutChg>
        <pc:sldLayoutChg chg="add mod replId">
          <pc:chgData name="Jordan Dorsey" userId="S::jdorse43@students.kennesaw.edu::7b1f1431-f210-4603-a0d1-614a239a12cb" providerId="AD" clId="Web-{3DD0F16B-63A8-D9BB-6A88-26801EB78958}" dt="2025-11-30T14:17:53.958" v="122"/>
          <pc:sldLayoutMkLst>
            <pc:docMk/>
            <pc:sldMasterMk cId="2658987606" sldId="2147483696"/>
            <pc:sldLayoutMk cId="3228412437" sldId="2147483699"/>
          </pc:sldLayoutMkLst>
        </pc:sldLayoutChg>
        <pc:sldLayoutChg chg="add mod replId">
          <pc:chgData name="Jordan Dorsey" userId="S::jdorse43@students.kennesaw.edu::7b1f1431-f210-4603-a0d1-614a239a12cb" providerId="AD" clId="Web-{3DD0F16B-63A8-D9BB-6A88-26801EB78958}" dt="2025-11-30T14:17:53.958" v="122"/>
          <pc:sldLayoutMkLst>
            <pc:docMk/>
            <pc:sldMasterMk cId="2658987606" sldId="2147483696"/>
            <pc:sldLayoutMk cId="4275614744" sldId="2147483700"/>
          </pc:sldLayoutMkLst>
        </pc:sldLayoutChg>
        <pc:sldLayoutChg chg="add mod replId">
          <pc:chgData name="Jordan Dorsey" userId="S::jdorse43@students.kennesaw.edu::7b1f1431-f210-4603-a0d1-614a239a12cb" providerId="AD" clId="Web-{3DD0F16B-63A8-D9BB-6A88-26801EB78958}" dt="2025-11-30T14:17:53.958" v="122"/>
          <pc:sldLayoutMkLst>
            <pc:docMk/>
            <pc:sldMasterMk cId="2658987606" sldId="2147483696"/>
            <pc:sldLayoutMk cId="1742504831" sldId="2147483701"/>
          </pc:sldLayoutMkLst>
        </pc:sldLayoutChg>
        <pc:sldLayoutChg chg="add mod replId">
          <pc:chgData name="Jordan Dorsey" userId="S::jdorse43@students.kennesaw.edu::7b1f1431-f210-4603-a0d1-614a239a12cb" providerId="AD" clId="Web-{3DD0F16B-63A8-D9BB-6A88-26801EB78958}" dt="2025-11-30T14:17:53.958" v="122"/>
          <pc:sldLayoutMkLst>
            <pc:docMk/>
            <pc:sldMasterMk cId="2658987606" sldId="2147483696"/>
            <pc:sldLayoutMk cId="356691266" sldId="2147483702"/>
          </pc:sldLayoutMkLst>
        </pc:sldLayoutChg>
        <pc:sldLayoutChg chg="add mod replId">
          <pc:chgData name="Jordan Dorsey" userId="S::jdorse43@students.kennesaw.edu::7b1f1431-f210-4603-a0d1-614a239a12cb" providerId="AD" clId="Web-{3DD0F16B-63A8-D9BB-6A88-26801EB78958}" dt="2025-11-30T14:17:53.958" v="122"/>
          <pc:sldLayoutMkLst>
            <pc:docMk/>
            <pc:sldMasterMk cId="2658987606" sldId="2147483696"/>
            <pc:sldLayoutMk cId="2783507357" sldId="2147483703"/>
          </pc:sldLayoutMkLst>
        </pc:sldLayoutChg>
        <pc:sldLayoutChg chg="add mod replId">
          <pc:chgData name="Jordan Dorsey" userId="S::jdorse43@students.kennesaw.edu::7b1f1431-f210-4603-a0d1-614a239a12cb" providerId="AD" clId="Web-{3DD0F16B-63A8-D9BB-6A88-26801EB78958}" dt="2025-11-30T14:17:53.958" v="122"/>
          <pc:sldLayoutMkLst>
            <pc:docMk/>
            <pc:sldMasterMk cId="2658987606" sldId="2147483696"/>
            <pc:sldLayoutMk cId="2952795982" sldId="2147483704"/>
          </pc:sldLayoutMkLst>
        </pc:sldLayoutChg>
        <pc:sldLayoutChg chg="add mod replId">
          <pc:chgData name="Jordan Dorsey" userId="S::jdorse43@students.kennesaw.edu::7b1f1431-f210-4603-a0d1-614a239a12cb" providerId="AD" clId="Web-{3DD0F16B-63A8-D9BB-6A88-26801EB78958}" dt="2025-11-30T14:17:53.958" v="122"/>
          <pc:sldLayoutMkLst>
            <pc:docMk/>
            <pc:sldMasterMk cId="2658987606" sldId="2147483696"/>
            <pc:sldLayoutMk cId="2066989626" sldId="2147483705"/>
          </pc:sldLayoutMkLst>
        </pc:sldLayoutChg>
        <pc:sldLayoutChg chg="add mod replId">
          <pc:chgData name="Jordan Dorsey" userId="S::jdorse43@students.kennesaw.edu::7b1f1431-f210-4603-a0d1-614a239a12cb" providerId="AD" clId="Web-{3DD0F16B-63A8-D9BB-6A88-26801EB78958}" dt="2025-11-30T14:17:53.958" v="122"/>
          <pc:sldLayoutMkLst>
            <pc:docMk/>
            <pc:sldMasterMk cId="2658987606" sldId="2147483696"/>
            <pc:sldLayoutMk cId="2833977101" sldId="2147483706"/>
          </pc:sldLayoutMkLst>
        </pc:sldLayoutChg>
        <pc:sldLayoutChg chg="add mod replId">
          <pc:chgData name="Jordan Dorsey" userId="S::jdorse43@students.kennesaw.edu::7b1f1431-f210-4603-a0d1-614a239a12cb" providerId="AD" clId="Web-{3DD0F16B-63A8-D9BB-6A88-26801EB78958}" dt="2025-11-30T14:17:53.958" v="122"/>
          <pc:sldLayoutMkLst>
            <pc:docMk/>
            <pc:sldMasterMk cId="2658987606" sldId="2147483696"/>
            <pc:sldLayoutMk cId="4033705653" sldId="2147483707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9D6F5-A9D4-C22B-732C-A31A172FB9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209393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1AFD6E-3459-290F-1147-F0C47ACEEA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46774"/>
            <a:ext cx="9144000" cy="106689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 cap="all" spc="300" baseline="0"/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4674D3-6FB9-5549-B0F2-FD61E82D1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E39B8-A7CB-4B82-AC0C-44B99F546761}" type="datetimeFigureOut">
              <a:rPr lang="en-US" dirty="0"/>
              <a:t>11/30/2025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239BBC-C979-2C77-493E-CF5498AEB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813B7E-A51C-D9CD-2189-650A9D63B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83354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E155F0-A6D4-C39B-394F-0B16E9C9C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D1860F-B260-57CE-E12B-2C94860319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745C9F-D94D-E5D3-B73A-20621FA536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E3940-CA92-4FEE-A698-62CF7BC5AC36}" type="datetimeFigureOut">
              <a:rPr lang="en-US" dirty="0"/>
              <a:t>11/30/2025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FAB243-BB42-966A-4708-15C9B11D6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C3A3BD-2CC5-03D3-4CD6-E31A55BA2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77214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D8633-AC3B-E617-1C54-84932DDD7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4236" y="1514688"/>
            <a:ext cx="8584164" cy="3138875"/>
          </a:xfrm>
        </p:spPr>
        <p:txBody>
          <a:bodyPr anchor="b">
            <a:normAutofit/>
          </a:bodyPr>
          <a:lstStyle>
            <a:lvl1pPr>
              <a:defRPr sz="3600" cap="all" spc="3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68C242-ECAB-AEC3-7E9B-F9854AF31C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74236" y="4963885"/>
            <a:ext cx="8584165" cy="1125765"/>
          </a:xfrm>
        </p:spPr>
        <p:txBody>
          <a:bodyPr>
            <a:normAutofit/>
          </a:bodyPr>
          <a:lstStyle>
            <a:lvl1pPr marL="0" indent="0">
              <a:buNone/>
              <a:defRPr sz="1600" cap="all" spc="300" baseline="0">
                <a:solidFill>
                  <a:schemeClr val="tx2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0D9B82-EEF4-2CD7-61FE-BAFB2B96D6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CD641-6C35-45D1-9313-2719E9EA8AD8}" type="datetimeFigureOut">
              <a:rPr lang="en-US" dirty="0"/>
              <a:t>11/30/2025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A222B6-F7A8-70A5-B023-FCAD5D7C4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85D758-2E38-8A8D-75BC-667F6A23B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84124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60DFF-11BD-F5F4-35D4-1986ABBD36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5D1279-E9A9-702E-144D-61114B788E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77824" y="2159175"/>
            <a:ext cx="4977453" cy="401778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84E624-7A76-56EC-FA0D-E2AA8EF9B9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28391" y="2159175"/>
            <a:ext cx="4985785" cy="401778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9D7DF5-30AD-AE47-D516-5CEE827707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01268-3A74-4110-8F08-063DFB8BB885}" type="datetimeFigureOut">
              <a:rPr lang="en-US" dirty="0"/>
              <a:t>11/30/2025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05C503-B649-B083-6341-F6E376AF8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53EA35-CF5A-DB36-8B14-5C184B6F1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56147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BA3D8-FDD9-329B-BCC6-BBF47F01BE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1348" y="602671"/>
            <a:ext cx="10429303" cy="76892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EEF7DC-0699-CB3C-A7CB-39035D89A4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81349" y="1696325"/>
            <a:ext cx="4963538" cy="647700"/>
          </a:xfrm>
        </p:spPr>
        <p:txBody>
          <a:bodyPr anchor="b">
            <a:noAutofit/>
          </a:bodyPr>
          <a:lstStyle>
            <a:lvl1pPr marL="0" indent="0">
              <a:buNone/>
              <a:defRPr sz="1400" b="1" cap="all" spc="300" baseline="0"/>
            </a:lvl1pPr>
            <a:lvl2pPr marL="457200" indent="0">
              <a:buNone/>
              <a:defRPr sz="1400" b="1"/>
            </a:lvl2pPr>
            <a:lvl3pPr marL="914400" indent="0">
              <a:buNone/>
              <a:defRPr sz="1400" b="1"/>
            </a:lvl3pPr>
            <a:lvl4pPr marL="1371600" indent="0">
              <a:buNone/>
              <a:defRPr sz="1400" b="1"/>
            </a:lvl4pPr>
            <a:lvl5pPr marL="1828800" indent="0">
              <a:buNone/>
              <a:defRPr sz="1400" b="1"/>
            </a:lvl5pPr>
            <a:lvl6pPr marL="2286000" indent="0">
              <a:buNone/>
              <a:defRPr sz="1400" b="1"/>
            </a:lvl6pPr>
            <a:lvl7pPr marL="2743200" indent="0">
              <a:buNone/>
              <a:defRPr sz="1400" b="1"/>
            </a:lvl7pPr>
            <a:lvl8pPr marL="3200400" indent="0">
              <a:buNone/>
              <a:defRPr sz="1400" b="1"/>
            </a:lvl8pPr>
            <a:lvl9pPr marL="3657600" indent="0">
              <a:buNone/>
              <a:defRPr sz="14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52EB40-99E1-CCA4-BAFA-F51AA56CF2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81349" y="2344025"/>
            <a:ext cx="4963538" cy="383337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8979BC-6B50-751D-D569-F360938B05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22669" y="1696325"/>
            <a:ext cx="4987982" cy="647700"/>
          </a:xfrm>
        </p:spPr>
        <p:txBody>
          <a:bodyPr anchor="b">
            <a:noAutofit/>
          </a:bodyPr>
          <a:lstStyle>
            <a:lvl1pPr marL="0" indent="0">
              <a:buNone/>
              <a:defRPr sz="1400" b="1" cap="all" spc="300" baseline="0"/>
            </a:lvl1pPr>
            <a:lvl2pPr marL="457200" indent="0">
              <a:buNone/>
              <a:defRPr sz="1400" b="1"/>
            </a:lvl2pPr>
            <a:lvl3pPr marL="914400" indent="0">
              <a:buNone/>
              <a:defRPr sz="1400" b="1"/>
            </a:lvl3pPr>
            <a:lvl4pPr marL="1371600" indent="0">
              <a:buNone/>
              <a:defRPr sz="1400" b="1"/>
            </a:lvl4pPr>
            <a:lvl5pPr marL="1828800" indent="0">
              <a:buNone/>
              <a:defRPr sz="1400" b="1"/>
            </a:lvl5pPr>
            <a:lvl6pPr marL="2286000" indent="0">
              <a:buNone/>
              <a:defRPr sz="1400" b="1"/>
            </a:lvl6pPr>
            <a:lvl7pPr marL="2743200" indent="0">
              <a:buNone/>
              <a:defRPr sz="1400" b="1"/>
            </a:lvl7pPr>
            <a:lvl8pPr marL="3200400" indent="0">
              <a:buNone/>
              <a:defRPr sz="1400" b="1"/>
            </a:lvl8pPr>
            <a:lvl9pPr marL="3657600" indent="0">
              <a:buNone/>
              <a:defRPr sz="14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4A3A26F-230E-2D25-6BDC-6ECA00FAEF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22669" y="2344025"/>
            <a:ext cx="4987982" cy="383337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8182A01-DE7C-3BA4-96FF-CDEF2F608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1C1AF-C1FB-48A7-98B4-E595E63F6614}" type="datetimeFigureOut">
              <a:rPr lang="en-US" dirty="0"/>
              <a:t>11/30/2025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FCAA828-0166-8ECD-BCE8-654BEFDD7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690C0D2-459A-04AA-FD90-7687D2FE8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25048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0D549F-FA71-857F-E02E-3CB63CE68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569611-F911-D3D4-B613-ACCDA56C45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44C44-5F8C-4BEA-BBCE-8694F126DC43}" type="datetimeFigureOut">
              <a:rPr lang="en-US" dirty="0"/>
              <a:t>11/30/2025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EA1961-0B6B-8FEB-F2CB-C42E90EF2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2AA80E-3139-9F1B-9C3E-2A76628CF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6912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F54789-9F96-511A-0FB6-24F6A8418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E56F9-C8F2-4EF7-8042-704C94FF2795}" type="datetimeFigureOut">
              <a:rPr lang="en-US" dirty="0"/>
              <a:t>11/30/2025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780399-ADEF-8F74-9F59-6AD804C93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B6A34F-ABAB-9C4E-38A1-C6EEB944B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35073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E3917-2BF6-1CE2-F34B-49F0D09A1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807868"/>
            <a:ext cx="3640713" cy="2062594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815B8F-A9F3-8583-FFF1-175021F17A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2898" y="807867"/>
            <a:ext cx="5922489" cy="505318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D90AFF-A949-CE9E-6B94-C1B6196129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000652"/>
            <a:ext cx="3640713" cy="2868336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95267E-088F-FB9A-9469-551890F29F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932DF-953D-44BD-83F8-5D8DA76EA12A}" type="datetimeFigureOut">
              <a:rPr lang="en-US" dirty="0"/>
              <a:t>11/30/2025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EA3FFC-B3A6-C0B6-5DAE-70BE0D6FB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08D35F-BC2E-8D14-060F-449CBAF7C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27959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909ED-ED97-A3CE-5569-77B45F4145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820881"/>
            <a:ext cx="3639312" cy="206259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683BB3A-9E24-DE4C-9619-1502F1B6F389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247408" y="919595"/>
            <a:ext cx="6107979" cy="5013614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B4CE1F-29E0-88BB-8489-E58236B8B1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000652"/>
            <a:ext cx="3643889" cy="2868336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4B7212-6816-FFD1-50B2-58844AD38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F326D-65F4-4B2F-9A62-9E4BD9402C47}" type="datetimeFigureOut">
              <a:rPr lang="en-US" dirty="0"/>
              <a:t>11/30/2025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417744-5A24-B7B7-5FD6-E98E60832F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CDA4D1-A71D-A7A6-3D0C-294E5D280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69896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C990AE-F72C-4C2E-E2D0-7A8D7EEF08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41B46D-142E-8C8E-C4F4-B6B1586A6F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4D92E3-36AD-2615-0166-6B73C34F1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42F6F-0846-489A-A4BC-61B476BE2887}" type="datetimeFigureOut">
              <a:rPr lang="en-US" dirty="0"/>
              <a:t>11/30/2025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0BFB69-319D-2284-2734-217160D39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6883B0-C775-5BD2-8EC6-A41D19BCA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39771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040463-6D41-8D45-088A-540B0D1883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592281"/>
            <a:ext cx="2628900" cy="5584681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5F2276-7F04-F3F7-E3CE-F81C8DC637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92281"/>
            <a:ext cx="7734300" cy="5584681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1802BF-9E0C-3251-8FAE-81F07DB05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9DF21-A340-467A-94AB-9502647BB771}" type="datetimeFigureOut">
              <a:rPr lang="en-US" dirty="0"/>
              <a:t>11/30/2025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9F1754-5B8F-A9FA-E8B1-06E04CE28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01E6A8-5139-ECD4-CC0C-32FFC6741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37056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5858A62-FE72-978B-BE71-05908D82E1A4}"/>
              </a:ext>
            </a:extLst>
          </p:cNvPr>
          <p:cNvSpPr/>
          <p:nvPr/>
        </p:nvSpPr>
        <p:spPr>
          <a:xfrm>
            <a:off x="0" y="0"/>
            <a:ext cx="12192000" cy="6860161"/>
          </a:xfrm>
          <a:prstGeom prst="rect">
            <a:avLst/>
          </a:prstGeom>
          <a:solidFill>
            <a:schemeClr val="bg2">
              <a:lumMod val="75000"/>
              <a:alpha val="15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FA14B7-4740-5D9F-6489-BAD00C3E0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1108" y="588245"/>
            <a:ext cx="10449784" cy="12659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90487F-803F-C5AF-BD93-39C0FC7389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77824" y="2157984"/>
            <a:ext cx="10442448" cy="39038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86FCEF-4EDF-C2EF-7D81-FEFF7042F3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77824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spc="300" baseline="0">
                <a:solidFill>
                  <a:schemeClr val="tx2"/>
                </a:solidFill>
              </a:defRPr>
            </a:lvl1pPr>
          </a:lstStyle>
          <a:p>
            <a:fld id="{F9B0CB28-85DB-480B-8C99-FD493ACC7120}" type="datetimeFigureOut">
              <a:rPr lang="en-US" dirty="0"/>
              <a:t>11/30/2025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4663BC-4D46-C74D-DDF2-9D25B4D96F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132320" y="6356350"/>
            <a:ext cx="42976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cap="all" spc="30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1B4EAE-CB5C-D14B-77EF-7B155FA683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9999" y="6356350"/>
            <a:ext cx="521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tx2"/>
                </a:solidFill>
                <a:latin typeface="+mj-lt"/>
              </a:defRPr>
            </a:lvl1pPr>
          </a:lstStyle>
          <a:p>
            <a:fld id="{5E4DE196-8A13-4FF7-A07E-102851959EAB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89876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2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100" kern="1200">
          <a:solidFill>
            <a:schemeClr val="tx2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1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  <p15:guide id="5" orient="horz" pos="3816">
          <p15:clr>
            <a:srgbClr val="F26B43"/>
          </p15:clr>
        </p15:guide>
        <p15:guide id="6" orient="horz" pos="117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54297" y="2880"/>
            <a:ext cx="9144000" cy="1164638"/>
          </a:xfrm>
        </p:spPr>
        <p:txBody>
          <a:bodyPr>
            <a:normAutofit fontScale="90000"/>
          </a:bodyPr>
          <a:lstStyle/>
          <a:p>
            <a:r>
              <a:rPr lang="en-US" sz="8000" err="1"/>
              <a:t>HabitIQ</a:t>
            </a:r>
            <a:endParaRPr lang="en-US" sz="800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46519" y="2567223"/>
            <a:ext cx="5164668" cy="573911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3200" dirty="0"/>
              <a:t>See Your Patterns. Shape your future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4C2E3B-5049-41D5-BBBA-F4F384FB6D1C}"/>
              </a:ext>
            </a:extLst>
          </p:cNvPr>
          <p:cNvSpPr txBox="1"/>
          <p:nvPr/>
        </p:nvSpPr>
        <p:spPr>
          <a:xfrm>
            <a:off x="9528528" y="5605638"/>
            <a:ext cx="2507545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/>
              <a:t>Created by: Jordan Dorsey</a:t>
            </a:r>
          </a:p>
        </p:txBody>
      </p:sp>
      <p:pic>
        <p:nvPicPr>
          <p:cNvPr id="4" name="Picture 3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86E67D3B-AE87-7D85-5BEE-4C5FE06617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785" y="301155"/>
            <a:ext cx="4381544" cy="6255926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theme/theme1.xml><?xml version="1.0" encoding="utf-8"?>
<a:theme xmlns:a="http://schemas.openxmlformats.org/drawingml/2006/main" name="BohoVogueVTI">
  <a:themeElements>
    <a:clrScheme name="BohoVogueVTI">
      <a:dk1>
        <a:sysClr val="windowText" lastClr="000000"/>
      </a:dk1>
      <a:lt1>
        <a:sysClr val="window" lastClr="FFFFFF"/>
      </a:lt1>
      <a:dk2>
        <a:srgbClr val="35403A"/>
      </a:dk2>
      <a:lt2>
        <a:srgbClr val="F1EFEB"/>
      </a:lt2>
      <a:accent1>
        <a:srgbClr val="9E8B50"/>
      </a:accent1>
      <a:accent2>
        <a:srgbClr val="D5966B"/>
      </a:accent2>
      <a:accent3>
        <a:srgbClr val="9BA6BB"/>
      </a:accent3>
      <a:accent4>
        <a:srgbClr val="869880"/>
      </a:accent4>
      <a:accent5>
        <a:srgbClr val="588267"/>
      </a:accent5>
      <a:accent6>
        <a:srgbClr val="B89C46"/>
      </a:accent6>
      <a:hlink>
        <a:srgbClr val="C77138"/>
      </a:hlink>
      <a:folHlink>
        <a:srgbClr val="589374"/>
      </a:folHlink>
    </a:clrScheme>
    <a:fontScheme name="BohoVogueVTI">
      <a:majorFont>
        <a:latin typeface="Walbaum Display"/>
        <a:ea typeface=""/>
        <a:cs typeface=""/>
      </a:majorFont>
      <a:minorFont>
        <a:latin typeface="Aptos Light"/>
        <a:ea typeface=""/>
        <a:cs typeface=""/>
      </a:minorFont>
    </a:fontScheme>
    <a:fmtScheme name="BohoVogue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BohoVogueVTI" id="{587E0025-A466-4551-A341-1A9F570FDF06}" vid="{F615CBBD-D1BB-4663-887F-92A47C7C6AB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1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BohoVogueVTI</vt:lpstr>
      <vt:lpstr>HabitIQ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35</cp:revision>
  <dcterms:created xsi:type="dcterms:W3CDTF">2025-11-30T13:09:35Z</dcterms:created>
  <dcterms:modified xsi:type="dcterms:W3CDTF">2025-11-30T14:19:26Z</dcterms:modified>
</cp:coreProperties>
</file>